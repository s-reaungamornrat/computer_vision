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514" y="-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3482B-AAE2-4D82-BA80-F394E45956F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68087-E414-4CE5-85EF-E4A8FF2B6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368087-E414-4CE5-85EF-E4A8FF2B63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E62D-46A0-9634-A80A-E21E20763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9F0DF-D8EE-920A-249A-8B656ACA9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A3D12-F56F-AAD3-CE2F-330416C6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62C5-EA43-108C-0066-77CC3073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28063-5A7A-A27D-F672-04036FA9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EEF1-A145-041E-230B-1CDE6E3B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2FA5-0943-F0E7-85A7-2F97C439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A592E-E861-8202-2E5E-6C847EC3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D6836-EB27-54E3-1218-68081F7B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C0835-387F-FAD3-1129-C49F7F35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6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168F-8AD0-8178-A053-0D009128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EAECC-7CF1-5C62-6BF6-717E7927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9D9D-7297-E27B-5508-0C08C825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5F6D3-DFD0-69B4-361D-9E0098C8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E66CA-A0D2-77D1-8A44-A9126F4B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5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3B11-8B59-6EB1-821E-5A934EB2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33833-4A78-E9BB-5FDA-8FBBA9A12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E01D2-5036-417D-8C0A-BA53285AD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09B71-F9E9-CFFA-DF38-CDD97FEA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C965F-9A2C-EEBF-6CB4-4554826A0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752DF-D25D-FED4-154C-ED48B8E5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5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40A7-5C60-F985-198E-FA9DE1A1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DA1D0-EDF4-5F7F-E119-4FD5862CC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65493-7E14-2625-B3FA-F1AFC3CA3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FD7F0-7B04-14F1-6310-E794B8BAA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02404-4709-ECC0-7C0D-BD6B955A3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DE6F4-C473-93E1-B6BF-DF412DCA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2D00C-2A00-7C70-D3E9-B74B13689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D8A37-5547-93B8-7D2C-7C6B3FD0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7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E2AE-3290-2D91-FEFD-15E9B88F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2E975-DACF-8E97-173D-A52130A9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66280-9022-E7E2-ECE9-8592F4C20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413CA-CC1C-856D-F52D-FD5D604C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AA6B0-64C1-3B5A-B095-529925C8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FF1E1-EAA1-DA8E-8AAF-BC74EBD2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0EDCF-06C7-5B16-A817-9F307756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8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ED58A-0F7C-9698-52AA-EF084B98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8DA5-0F1D-85FE-CB26-A919486CB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D8513-8028-5DCD-D0D9-CD2C4BCC9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2A966-AF51-18BC-22FA-610A646D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A241D-4457-2203-B0DE-D29E79DB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0FF4E-F17D-5277-AE53-B143BB88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72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B231-A38C-F47C-E6EA-0DE25807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FE21C-4903-1A1A-BC2F-BA534991F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843E8-2953-1A9A-8254-6152C3AF5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2E81-C0E1-DD9D-0872-DE4AD793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A819-3911-AB01-E7DF-2ACE0A63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F9ECB-E5B5-6866-3BF1-3E7B2244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2DDC-E96D-4705-25AE-1F2017AD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E58C0-9524-B955-47F3-3749EB419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7712A-56C0-1694-99D2-259288F0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9F99D-3BB6-F9B5-FC4E-2AB6877F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8A2A5-2E2B-B1F4-5AEB-C93167CC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9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1460D4-7468-5D0E-6F8D-95644B734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76155-D935-2732-588D-D9D90115C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7843-2706-83F7-4B85-B7FD3D53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12317-C7B0-F93F-A707-F34B8A27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B4A3-5265-B176-90FE-7A2DBCA0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4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9B004-13D5-943D-0D78-F8B6F61B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3D88C-EC08-7F1F-219B-ABB50A56E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20185-EC84-CC8C-9916-E09614DB9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50BF58-CDC9-44CC-810E-826C18F2185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E63D-F870-A253-279B-78B6FA896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FAE16-0A67-0C8B-290D-AA8E37522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043CB-689E-4628-B7B2-918ED83A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8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46B4-A838-AC8B-440F-2AA95AE5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A919C4-0390-84FF-079E-125E0F043A3C}"/>
              </a:ext>
            </a:extLst>
          </p:cNvPr>
          <p:cNvSpPr/>
          <p:nvPr/>
        </p:nvSpPr>
        <p:spPr>
          <a:xfrm>
            <a:off x="2841169" y="261257"/>
            <a:ext cx="1665512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 Conv </a:t>
            </a:r>
            <a:r>
              <a:rPr lang="en-US" dirty="0">
                <a:solidFill>
                  <a:srgbClr val="0000FF"/>
                </a:solidFill>
              </a:rPr>
              <a:t>P1/2</a:t>
            </a:r>
            <a:r>
              <a:rPr lang="en-US" dirty="0">
                <a:solidFill>
                  <a:schemeClr val="tx1"/>
                </a:solidFill>
              </a:rPr>
              <a:t> 16,k3,s2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663EC-1E2B-99E9-DE5C-1CE5B73E3F28}"/>
              </a:ext>
            </a:extLst>
          </p:cNvPr>
          <p:cNvSpPr/>
          <p:nvPr/>
        </p:nvSpPr>
        <p:spPr>
          <a:xfrm>
            <a:off x="2841169" y="816427"/>
            <a:ext cx="1665512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Conv </a:t>
            </a:r>
            <a:r>
              <a:rPr lang="en-US" dirty="0">
                <a:solidFill>
                  <a:srgbClr val="0000FF"/>
                </a:solidFill>
              </a:rPr>
              <a:t>P2/4</a:t>
            </a:r>
            <a:r>
              <a:rPr lang="en-US" dirty="0">
                <a:solidFill>
                  <a:schemeClr val="tx1"/>
                </a:solidFill>
              </a:rPr>
              <a:t> 32,k3,s2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F8B571-AA77-1AB7-0166-C37AA6CBA73A}"/>
              </a:ext>
            </a:extLst>
          </p:cNvPr>
          <p:cNvSpPr/>
          <p:nvPr/>
        </p:nvSpPr>
        <p:spPr>
          <a:xfrm>
            <a:off x="2841169" y="1360711"/>
            <a:ext cx="1665512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C3k2 64,b1,F,e.25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79D355-7F11-5369-F351-FF5BB719F189}"/>
              </a:ext>
            </a:extLst>
          </p:cNvPr>
          <p:cNvSpPr/>
          <p:nvPr/>
        </p:nvSpPr>
        <p:spPr>
          <a:xfrm>
            <a:off x="2841168" y="1904995"/>
            <a:ext cx="1665513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Conv </a:t>
            </a:r>
            <a:r>
              <a:rPr lang="en-US" dirty="0">
                <a:solidFill>
                  <a:srgbClr val="0000FF"/>
                </a:solidFill>
              </a:rPr>
              <a:t>P3/8</a:t>
            </a:r>
            <a:r>
              <a:rPr lang="en-US" dirty="0">
                <a:solidFill>
                  <a:schemeClr val="tx1"/>
                </a:solidFill>
              </a:rPr>
              <a:t> 64,k3,s2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4AFDDE-E410-DC6C-882B-6B41BBE2F436}"/>
              </a:ext>
            </a:extLst>
          </p:cNvPr>
          <p:cNvSpPr/>
          <p:nvPr/>
        </p:nvSpPr>
        <p:spPr>
          <a:xfrm>
            <a:off x="2830283" y="2449280"/>
            <a:ext cx="1687285" cy="54106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C3k2 128,b1,F,e.25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99162D-FD46-6EFC-16F4-C3923051AA79}"/>
              </a:ext>
            </a:extLst>
          </p:cNvPr>
          <p:cNvSpPr/>
          <p:nvPr/>
        </p:nvSpPr>
        <p:spPr>
          <a:xfrm>
            <a:off x="2830280" y="3047998"/>
            <a:ext cx="1676401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Conv </a:t>
            </a:r>
            <a:r>
              <a:rPr lang="en-US" dirty="0">
                <a:solidFill>
                  <a:srgbClr val="0000FF"/>
                </a:solidFill>
              </a:rPr>
              <a:t>P4/16</a:t>
            </a:r>
            <a:r>
              <a:rPr lang="en-US" dirty="0">
                <a:solidFill>
                  <a:schemeClr val="tx1"/>
                </a:solidFill>
              </a:rPr>
              <a:t> 128,k3,s2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0E9E4-E85A-DE91-A87E-91460FD1A8DF}"/>
              </a:ext>
            </a:extLst>
          </p:cNvPr>
          <p:cNvSpPr/>
          <p:nvPr/>
        </p:nvSpPr>
        <p:spPr>
          <a:xfrm>
            <a:off x="2841169" y="3570506"/>
            <a:ext cx="1687285" cy="54106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6. C3k2 128,b1,T,e.5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FE06FD-0CD8-A3E3-2639-80AFB5288842}"/>
              </a:ext>
            </a:extLst>
          </p:cNvPr>
          <p:cNvSpPr/>
          <p:nvPr/>
        </p:nvSpPr>
        <p:spPr>
          <a:xfrm>
            <a:off x="2852053" y="4169224"/>
            <a:ext cx="1676401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7. Conv</a:t>
            </a:r>
            <a:r>
              <a:rPr lang="en-US" dirty="0">
                <a:solidFill>
                  <a:srgbClr val="0000FF"/>
                </a:solidFill>
              </a:rPr>
              <a:t>P5/32</a:t>
            </a:r>
            <a:r>
              <a:rPr lang="en-US" dirty="0">
                <a:solidFill>
                  <a:schemeClr val="tx1"/>
                </a:solidFill>
              </a:rPr>
              <a:t> 256,k3,s2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E8C336-E602-6ADE-BB68-731DBEC4C833}"/>
              </a:ext>
            </a:extLst>
          </p:cNvPr>
          <p:cNvSpPr/>
          <p:nvPr/>
        </p:nvSpPr>
        <p:spPr>
          <a:xfrm>
            <a:off x="2852053" y="4691737"/>
            <a:ext cx="1687285" cy="54106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8. C3k2 256,b1,T,e.5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B0415-AA00-6FC4-68BC-E10CA7B71386}"/>
              </a:ext>
            </a:extLst>
          </p:cNvPr>
          <p:cNvSpPr/>
          <p:nvPr/>
        </p:nvSpPr>
        <p:spPr>
          <a:xfrm>
            <a:off x="2852053" y="5290456"/>
            <a:ext cx="1676401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9. SPPF 256,k5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1A0D8-B82B-0FFB-A713-8AB0A1EFA850}"/>
              </a:ext>
            </a:extLst>
          </p:cNvPr>
          <p:cNvSpPr/>
          <p:nvPr/>
        </p:nvSpPr>
        <p:spPr>
          <a:xfrm>
            <a:off x="2862937" y="5827084"/>
            <a:ext cx="1676401" cy="47896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10. C2PSA 256,n1,e.5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40F62E-9E3E-32FB-46BB-55C3BDE814B5}"/>
              </a:ext>
            </a:extLst>
          </p:cNvPr>
          <p:cNvSpPr/>
          <p:nvPr/>
        </p:nvSpPr>
        <p:spPr>
          <a:xfrm>
            <a:off x="5573485" y="4939383"/>
            <a:ext cx="1676401" cy="587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11. </a:t>
            </a:r>
            <a:r>
              <a:rPr lang="en-US" dirty="0" err="1">
                <a:solidFill>
                  <a:schemeClr val="tx1"/>
                </a:solidFill>
              </a:rPr>
              <a:t>Upsample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nn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s16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6CD91A-E9A7-C658-4D40-9BDA820C61AA}"/>
              </a:ext>
            </a:extLst>
          </p:cNvPr>
          <p:cNvSpPr/>
          <p:nvPr/>
        </p:nvSpPr>
        <p:spPr>
          <a:xfrm>
            <a:off x="5562601" y="4310741"/>
            <a:ext cx="1676401" cy="587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12. Cat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(11, 6) -&gt; 384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59B56E-0FA5-80DE-8C6E-C6E617B56E5B}"/>
              </a:ext>
            </a:extLst>
          </p:cNvPr>
          <p:cNvSpPr/>
          <p:nvPr/>
        </p:nvSpPr>
        <p:spPr>
          <a:xfrm>
            <a:off x="5562601" y="3641264"/>
            <a:ext cx="1687285" cy="6640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13. C3k2 128,b1,F,e.5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FB7015-268B-A88A-CD3B-D02D9D8C1781}"/>
              </a:ext>
            </a:extLst>
          </p:cNvPr>
          <p:cNvSpPr/>
          <p:nvPr/>
        </p:nvSpPr>
        <p:spPr>
          <a:xfrm>
            <a:off x="5573485" y="3026224"/>
            <a:ext cx="1676401" cy="587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14. </a:t>
            </a:r>
            <a:r>
              <a:rPr lang="en-US" dirty="0" err="1">
                <a:solidFill>
                  <a:schemeClr val="tx1"/>
                </a:solidFill>
              </a:rPr>
              <a:t>Upsample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nn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s8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131752-D61B-282A-13B2-F279B3B5461F}"/>
              </a:ext>
            </a:extLst>
          </p:cNvPr>
          <p:cNvSpPr/>
          <p:nvPr/>
        </p:nvSpPr>
        <p:spPr>
          <a:xfrm>
            <a:off x="5584369" y="2427509"/>
            <a:ext cx="1687285" cy="587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15. Cat (14,4)-&gt;256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DB5D52-5314-1242-0347-487C5667CD7A}"/>
              </a:ext>
            </a:extLst>
          </p:cNvPr>
          <p:cNvCxnSpPr>
            <a:cxnSpLocks/>
            <a:stCxn id="9" idx="3"/>
            <a:endCxn id="33" idx="1"/>
          </p:cNvCxnSpPr>
          <p:nvPr/>
        </p:nvCxnSpPr>
        <p:spPr>
          <a:xfrm>
            <a:off x="4517568" y="2719810"/>
            <a:ext cx="1066801" cy="1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D7A73A1-2F57-0FCD-2A65-FE47540C086B}"/>
              </a:ext>
            </a:extLst>
          </p:cNvPr>
          <p:cNvSpPr/>
          <p:nvPr/>
        </p:nvSpPr>
        <p:spPr>
          <a:xfrm>
            <a:off x="5573485" y="1752593"/>
            <a:ext cx="1687285" cy="6640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16. C3k2 64,b1,F,e.5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09A73E-2C2C-1284-E67A-FD923A21DE4F}"/>
              </a:ext>
            </a:extLst>
          </p:cNvPr>
          <p:cNvSpPr/>
          <p:nvPr/>
        </p:nvSpPr>
        <p:spPr>
          <a:xfrm>
            <a:off x="8115291" y="1824714"/>
            <a:ext cx="1665512" cy="587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17. Conv 64,k3,s2 </a:t>
            </a:r>
            <a:r>
              <a:rPr lang="en-US" dirty="0">
                <a:solidFill>
                  <a:srgbClr val="0000FF"/>
                </a:solidFill>
              </a:rPr>
              <a:t>s16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498857-62D5-150A-E489-BE7299E2AF75}"/>
              </a:ext>
            </a:extLst>
          </p:cNvPr>
          <p:cNvSpPr/>
          <p:nvPr/>
        </p:nvSpPr>
        <p:spPr>
          <a:xfrm>
            <a:off x="8104409" y="2441114"/>
            <a:ext cx="1665512" cy="587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18. Cat (17,13)-&gt;192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D8BBC18-1B35-1C48-2859-407CC07F88FA}"/>
              </a:ext>
            </a:extLst>
          </p:cNvPr>
          <p:cNvCxnSpPr>
            <a:stCxn id="25" idx="3"/>
            <a:endCxn id="40" idx="1"/>
          </p:cNvCxnSpPr>
          <p:nvPr/>
        </p:nvCxnSpPr>
        <p:spPr>
          <a:xfrm flipV="1">
            <a:off x="7249886" y="2735029"/>
            <a:ext cx="854523" cy="12382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FE840C1-36ED-9B57-D22A-4D8C74B18EAB}"/>
              </a:ext>
            </a:extLst>
          </p:cNvPr>
          <p:cNvSpPr/>
          <p:nvPr/>
        </p:nvSpPr>
        <p:spPr>
          <a:xfrm>
            <a:off x="8093525" y="3061601"/>
            <a:ext cx="1687285" cy="6640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19. C3k2 128,b1,F,e.5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BFE133-A55E-100E-3158-B1046A676CDE}"/>
              </a:ext>
            </a:extLst>
          </p:cNvPr>
          <p:cNvSpPr/>
          <p:nvPr/>
        </p:nvSpPr>
        <p:spPr>
          <a:xfrm>
            <a:off x="8093525" y="3692967"/>
            <a:ext cx="1665512" cy="587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20. Conv 128,k3,s2 </a:t>
            </a:r>
            <a:r>
              <a:rPr lang="en-US" dirty="0">
                <a:solidFill>
                  <a:srgbClr val="0000FF"/>
                </a:solidFill>
              </a:rPr>
              <a:t>s32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B77161-A005-22EF-DBBC-D2CFF92497D4}"/>
              </a:ext>
            </a:extLst>
          </p:cNvPr>
          <p:cNvSpPr/>
          <p:nvPr/>
        </p:nvSpPr>
        <p:spPr>
          <a:xfrm>
            <a:off x="8104412" y="4308008"/>
            <a:ext cx="1665512" cy="587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21. Cat (20,10)-&gt;384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171DFB1-3D4E-73A6-6311-E8EF025CCF8E}"/>
              </a:ext>
            </a:extLst>
          </p:cNvPr>
          <p:cNvCxnSpPr>
            <a:cxnSpLocks/>
            <a:stCxn id="17" idx="3"/>
            <a:endCxn id="47" idx="1"/>
          </p:cNvCxnSpPr>
          <p:nvPr/>
        </p:nvCxnSpPr>
        <p:spPr>
          <a:xfrm flipV="1">
            <a:off x="4539338" y="4601923"/>
            <a:ext cx="3565074" cy="1464645"/>
          </a:xfrm>
          <a:prstGeom prst="bentConnector3">
            <a:avLst>
              <a:gd name="adj1" fmla="val 958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00ECA4CD-0A5B-A9A0-0925-82E7122A9243}"/>
              </a:ext>
            </a:extLst>
          </p:cNvPr>
          <p:cNvSpPr/>
          <p:nvPr/>
        </p:nvSpPr>
        <p:spPr>
          <a:xfrm>
            <a:off x="8093529" y="4942106"/>
            <a:ext cx="1687285" cy="6640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22. C3k2 256,b1,T,e.5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228D585-6AAC-01E4-6CDA-160F2B646F64}"/>
              </a:ext>
            </a:extLst>
          </p:cNvPr>
          <p:cNvSpPr/>
          <p:nvPr/>
        </p:nvSpPr>
        <p:spPr>
          <a:xfrm>
            <a:off x="9993093" y="2827555"/>
            <a:ext cx="1915882" cy="1123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23. Detect (16,19,22),[64: 128:256]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2D02F6FD-772B-4AE6-BD85-2AADE6066C26}"/>
              </a:ext>
            </a:extLst>
          </p:cNvPr>
          <p:cNvCxnSpPr>
            <a:stCxn id="38" idx="0"/>
            <a:endCxn id="65" idx="0"/>
          </p:cNvCxnSpPr>
          <p:nvPr/>
        </p:nvCxnSpPr>
        <p:spPr>
          <a:xfrm rot="16200000" flipH="1">
            <a:off x="8146600" y="23121"/>
            <a:ext cx="1074962" cy="4533906"/>
          </a:xfrm>
          <a:prstGeom prst="bentConnector3">
            <a:avLst>
              <a:gd name="adj1" fmla="val -212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172E8C0-AA40-5815-C16C-FABDE0A14A68}"/>
              </a:ext>
            </a:extLst>
          </p:cNvPr>
          <p:cNvCxnSpPr>
            <a:stCxn id="45" idx="3"/>
            <a:endCxn id="65" idx="1"/>
          </p:cNvCxnSpPr>
          <p:nvPr/>
        </p:nvCxnSpPr>
        <p:spPr>
          <a:xfrm flipV="1">
            <a:off x="9780810" y="3389535"/>
            <a:ext cx="212283" cy="40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7093A85-190F-21A6-752C-635094181AD7}"/>
              </a:ext>
            </a:extLst>
          </p:cNvPr>
          <p:cNvCxnSpPr>
            <a:stCxn id="56" idx="3"/>
            <a:endCxn id="65" idx="2"/>
          </p:cNvCxnSpPr>
          <p:nvPr/>
        </p:nvCxnSpPr>
        <p:spPr>
          <a:xfrm flipV="1">
            <a:off x="9780814" y="3951515"/>
            <a:ext cx="1170220" cy="13226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9EBDFC-32AE-0B15-8B76-EF79B6F00AE6}"/>
              </a:ext>
            </a:extLst>
          </p:cNvPr>
          <p:cNvSpPr txBox="1"/>
          <p:nvPr/>
        </p:nvSpPr>
        <p:spPr>
          <a:xfrm>
            <a:off x="3875315" y="6291523"/>
            <a:ext cx="151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backbone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AA62C32-3E35-E84D-66C8-CF447712CC05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4528454" y="3841036"/>
            <a:ext cx="1034147" cy="7636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D6C40F-EC25-5B6E-493C-220823720D52}"/>
              </a:ext>
            </a:extLst>
          </p:cNvPr>
          <p:cNvCxnSpPr>
            <a:endCxn id="39" idx="0"/>
          </p:cNvCxnSpPr>
          <p:nvPr/>
        </p:nvCxnSpPr>
        <p:spPr>
          <a:xfrm>
            <a:off x="8926281" y="1502228"/>
            <a:ext cx="0" cy="322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5E19AF-A994-DFAF-6216-4D71026011B0}"/>
              </a:ext>
            </a:extLst>
          </p:cNvPr>
          <p:cNvSpPr txBox="1"/>
          <p:nvPr/>
        </p:nvSpPr>
        <p:spPr>
          <a:xfrm>
            <a:off x="7979230" y="839369"/>
            <a:ext cx="151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12894B-DBF6-A411-4ED2-EDA229050DA1}"/>
              </a:ext>
            </a:extLst>
          </p:cNvPr>
          <p:cNvSpPr txBox="1"/>
          <p:nvPr/>
        </p:nvSpPr>
        <p:spPr>
          <a:xfrm>
            <a:off x="378278" y="2350121"/>
            <a:ext cx="1447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</a:t>
            </a:r>
            <a:r>
              <a:rPr lang="en-US" dirty="0" err="1"/>
              <a:t>HxW</a:t>
            </a:r>
            <a:r>
              <a:rPr lang="en-US" dirty="0"/>
              <a:t> be image size.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D8B4FA-069A-8954-2E1D-4368BE6AB162}"/>
              </a:ext>
            </a:extLst>
          </p:cNvPr>
          <p:cNvSpPr txBox="1"/>
          <p:nvPr/>
        </p:nvSpPr>
        <p:spPr>
          <a:xfrm>
            <a:off x="1883225" y="332989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H/2 x W/2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BA5887-B464-0404-3B41-A98A494A795E}"/>
              </a:ext>
            </a:extLst>
          </p:cNvPr>
          <p:cNvSpPr txBox="1"/>
          <p:nvPr/>
        </p:nvSpPr>
        <p:spPr>
          <a:xfrm>
            <a:off x="1883225" y="891986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H/4 x W/4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CA125A-FCE0-DD1E-BBD4-ACD1145A532F}"/>
              </a:ext>
            </a:extLst>
          </p:cNvPr>
          <p:cNvSpPr txBox="1"/>
          <p:nvPr/>
        </p:nvSpPr>
        <p:spPr>
          <a:xfrm>
            <a:off x="1883225" y="1958785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H/8 x W/8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5FB563-B3A4-7573-1DC3-7CD8E3C4637B}"/>
              </a:ext>
            </a:extLst>
          </p:cNvPr>
          <p:cNvSpPr txBox="1"/>
          <p:nvPr/>
        </p:nvSpPr>
        <p:spPr>
          <a:xfrm>
            <a:off x="1654625" y="3080011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H/16 x W/16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6B3536-F6DD-C4A1-6ECF-367717504B74}"/>
              </a:ext>
            </a:extLst>
          </p:cNvPr>
          <p:cNvSpPr txBox="1"/>
          <p:nvPr/>
        </p:nvSpPr>
        <p:spPr>
          <a:xfrm>
            <a:off x="1643736" y="4222846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H/32 x W/32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17BD52-AB30-0841-57D8-16C6F3BB063D}"/>
              </a:ext>
            </a:extLst>
          </p:cNvPr>
          <p:cNvSpPr txBox="1"/>
          <p:nvPr/>
        </p:nvSpPr>
        <p:spPr>
          <a:xfrm>
            <a:off x="4506681" y="5136567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H/16 x W/16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6FF269-76DA-0E09-62E3-0B6C8F2F48DB}"/>
              </a:ext>
            </a:extLst>
          </p:cNvPr>
          <p:cNvSpPr txBox="1"/>
          <p:nvPr/>
        </p:nvSpPr>
        <p:spPr>
          <a:xfrm>
            <a:off x="4718960" y="3198647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H/8x W/8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7B6104-295B-1A76-C44F-38954570AD22}"/>
              </a:ext>
            </a:extLst>
          </p:cNvPr>
          <p:cNvSpPr txBox="1"/>
          <p:nvPr/>
        </p:nvSpPr>
        <p:spPr>
          <a:xfrm>
            <a:off x="9769921" y="1990590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H/16x W/16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ECBFF0-4201-C7BF-C3D8-B4E8AC8D712A}"/>
              </a:ext>
            </a:extLst>
          </p:cNvPr>
          <p:cNvSpPr txBox="1"/>
          <p:nvPr/>
        </p:nvSpPr>
        <p:spPr>
          <a:xfrm>
            <a:off x="9699167" y="4024984"/>
            <a:ext cx="1186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H/32x W/32</a:t>
            </a:r>
          </a:p>
        </p:txBody>
      </p:sp>
    </p:spTree>
    <p:extLst>
      <p:ext uri="{BB962C8B-B14F-4D97-AF65-F5344CB8AC3E}">
        <p14:creationId xmlns:p14="http://schemas.microsoft.com/office/powerpoint/2010/main" val="21179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CF010C-765C-2931-7715-3A82FC107AFC}"/>
              </a:ext>
            </a:extLst>
          </p:cNvPr>
          <p:cNvGrpSpPr>
            <a:grpSpLocks noChangeAspect="1"/>
          </p:cNvGrpSpPr>
          <p:nvPr/>
        </p:nvGrpSpPr>
        <p:grpSpPr>
          <a:xfrm>
            <a:off x="2311400" y="107433"/>
            <a:ext cx="6311900" cy="6274285"/>
            <a:chOff x="1828800" y="-95767"/>
            <a:chExt cx="6980734" cy="69391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A62743-B5A9-8575-C9E4-0AEC9D096ADA}"/>
                </a:ext>
              </a:extLst>
            </p:cNvPr>
            <p:cNvSpPr/>
            <p:nvPr/>
          </p:nvSpPr>
          <p:spPr>
            <a:xfrm>
              <a:off x="1828800" y="529168"/>
              <a:ext cx="6255186" cy="631419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A7BBF5-B63E-0D92-457B-1A15F9F888BB}"/>
                </a:ext>
              </a:extLst>
            </p:cNvPr>
            <p:cNvSpPr/>
            <p:nvPr/>
          </p:nvSpPr>
          <p:spPr>
            <a:xfrm>
              <a:off x="4099949" y="2643738"/>
              <a:ext cx="1957984" cy="211456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C4B086-6B56-CDD4-42A5-47F2CBD83582}"/>
                </a:ext>
              </a:extLst>
            </p:cNvPr>
            <p:cNvGrpSpPr/>
            <p:nvPr/>
          </p:nvGrpSpPr>
          <p:grpSpPr>
            <a:xfrm>
              <a:off x="1828800" y="-95767"/>
              <a:ext cx="6314197" cy="497078"/>
              <a:chOff x="1828800" y="-95767"/>
              <a:chExt cx="6314197" cy="497078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4617559-2473-0BFD-AA82-8BBC29BF0ADD}"/>
                  </a:ext>
                </a:extLst>
              </p:cNvPr>
              <p:cNvGrpSpPr/>
              <p:nvPr/>
            </p:nvGrpSpPr>
            <p:grpSpPr>
              <a:xfrm>
                <a:off x="1828800" y="-95767"/>
                <a:ext cx="2085062" cy="497078"/>
                <a:chOff x="584200" y="1847333"/>
                <a:chExt cx="2692400" cy="641867"/>
              </a:xfrm>
            </p:grpSpPr>
            <p:sp>
              <p:nvSpPr>
                <p:cNvPr id="25" name="Right Brace 24">
                  <a:extLst>
                    <a:ext uri="{FF2B5EF4-FFF2-40B4-BE49-F238E27FC236}">
                      <a16:creationId xmlns:a16="http://schemas.microsoft.com/office/drawing/2014/main" id="{921ED951-168B-C2A6-015D-25D6CA197E46}"/>
                    </a:ext>
                  </a:extLst>
                </p:cNvPr>
                <p:cNvSpPr/>
                <p:nvPr/>
              </p:nvSpPr>
              <p:spPr>
                <a:xfrm rot="16200000">
                  <a:off x="1784350" y="996950"/>
                  <a:ext cx="292100" cy="2692400"/>
                </a:xfrm>
                <a:prstGeom prst="righ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56626D4-79BF-6151-FF3C-12CC05D2586D}"/>
                    </a:ext>
                  </a:extLst>
                </p:cNvPr>
                <p:cNvSpPr txBox="1"/>
                <p:nvPr/>
              </p:nvSpPr>
              <p:spPr>
                <a:xfrm>
                  <a:off x="1778000" y="1847333"/>
                  <a:ext cx="1308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EE3CB90-5DC6-ED1D-8EF4-E21B34D28AA4}"/>
                  </a:ext>
                </a:extLst>
              </p:cNvPr>
              <p:cNvGrpSpPr/>
              <p:nvPr/>
            </p:nvGrpSpPr>
            <p:grpSpPr>
              <a:xfrm>
                <a:off x="3943368" y="-95767"/>
                <a:ext cx="2085062" cy="497078"/>
                <a:chOff x="584200" y="1847333"/>
                <a:chExt cx="2692400" cy="641867"/>
              </a:xfrm>
            </p:grpSpPr>
            <p:sp>
              <p:nvSpPr>
                <p:cNvPr id="23" name="Right Brace 22">
                  <a:extLst>
                    <a:ext uri="{FF2B5EF4-FFF2-40B4-BE49-F238E27FC236}">
                      <a16:creationId xmlns:a16="http://schemas.microsoft.com/office/drawing/2014/main" id="{215C1919-9ED6-E300-A175-1ABA7187A53C}"/>
                    </a:ext>
                  </a:extLst>
                </p:cNvPr>
                <p:cNvSpPr/>
                <p:nvPr/>
              </p:nvSpPr>
              <p:spPr>
                <a:xfrm rot="16200000">
                  <a:off x="1784350" y="996950"/>
                  <a:ext cx="292100" cy="2692400"/>
                </a:xfrm>
                <a:prstGeom prst="righ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2597CCD-E894-CA68-6791-2DA5879D02DC}"/>
                    </a:ext>
                  </a:extLst>
                </p:cNvPr>
                <p:cNvSpPr txBox="1"/>
                <p:nvPr/>
              </p:nvSpPr>
              <p:spPr>
                <a:xfrm>
                  <a:off x="1778000" y="1847333"/>
                  <a:ext cx="1308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9212A1A-D50E-47E2-E1A7-E817BED1A1BD}"/>
                  </a:ext>
                </a:extLst>
              </p:cNvPr>
              <p:cNvGrpSpPr/>
              <p:nvPr/>
            </p:nvGrpSpPr>
            <p:grpSpPr>
              <a:xfrm>
                <a:off x="6057935" y="-95767"/>
                <a:ext cx="2085062" cy="497078"/>
                <a:chOff x="584200" y="1847333"/>
                <a:chExt cx="2692400" cy="641867"/>
              </a:xfrm>
            </p:grpSpPr>
            <p:sp>
              <p:nvSpPr>
                <p:cNvPr id="21" name="Right Brace 20">
                  <a:extLst>
                    <a:ext uri="{FF2B5EF4-FFF2-40B4-BE49-F238E27FC236}">
                      <a16:creationId xmlns:a16="http://schemas.microsoft.com/office/drawing/2014/main" id="{7FCFA5D4-8C31-9D17-0BA1-6E7C05E1D1F0}"/>
                    </a:ext>
                  </a:extLst>
                </p:cNvPr>
                <p:cNvSpPr/>
                <p:nvPr/>
              </p:nvSpPr>
              <p:spPr>
                <a:xfrm rot="16200000">
                  <a:off x="1784350" y="996950"/>
                  <a:ext cx="292100" cy="2692400"/>
                </a:xfrm>
                <a:prstGeom prst="righ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F3877A7-4991-6E98-5193-077B6465EEE3}"/>
                    </a:ext>
                  </a:extLst>
                </p:cNvPr>
                <p:cNvSpPr txBox="1"/>
                <p:nvPr/>
              </p:nvSpPr>
              <p:spPr>
                <a:xfrm>
                  <a:off x="1778000" y="1847333"/>
                  <a:ext cx="1308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DB0B97-BA12-D8B1-3023-20F67BC4BB1A}"/>
                </a:ext>
              </a:extLst>
            </p:cNvPr>
            <p:cNvGrpSpPr/>
            <p:nvPr/>
          </p:nvGrpSpPr>
          <p:grpSpPr>
            <a:xfrm rot="5400000">
              <a:off x="5403896" y="3437728"/>
              <a:ext cx="6314197" cy="497078"/>
              <a:chOff x="1828800" y="-95767"/>
              <a:chExt cx="6314197" cy="49707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EBBAD90-DDFF-6179-C830-49929D080130}"/>
                  </a:ext>
                </a:extLst>
              </p:cNvPr>
              <p:cNvGrpSpPr/>
              <p:nvPr/>
            </p:nvGrpSpPr>
            <p:grpSpPr>
              <a:xfrm>
                <a:off x="1828800" y="-95767"/>
                <a:ext cx="2085062" cy="497078"/>
                <a:chOff x="584200" y="1847333"/>
                <a:chExt cx="2692400" cy="641867"/>
              </a:xfrm>
            </p:grpSpPr>
            <p:sp>
              <p:nvSpPr>
                <p:cNvPr id="16" name="Right Brace 15">
                  <a:extLst>
                    <a:ext uri="{FF2B5EF4-FFF2-40B4-BE49-F238E27FC236}">
                      <a16:creationId xmlns:a16="http://schemas.microsoft.com/office/drawing/2014/main" id="{95278DBB-638F-A3E6-D632-D7EBB6A0BCBC}"/>
                    </a:ext>
                  </a:extLst>
                </p:cNvPr>
                <p:cNvSpPr/>
                <p:nvPr/>
              </p:nvSpPr>
              <p:spPr>
                <a:xfrm rot="16200000">
                  <a:off x="1784350" y="996950"/>
                  <a:ext cx="292100" cy="2692400"/>
                </a:xfrm>
                <a:prstGeom prst="righ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2331D39-8120-A378-981C-5E0969188F42}"/>
                    </a:ext>
                  </a:extLst>
                </p:cNvPr>
                <p:cNvSpPr txBox="1"/>
                <p:nvPr/>
              </p:nvSpPr>
              <p:spPr>
                <a:xfrm>
                  <a:off x="1778000" y="1847333"/>
                  <a:ext cx="1308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293EBFE-08F3-4CE7-7C49-482812FEDD4E}"/>
                  </a:ext>
                </a:extLst>
              </p:cNvPr>
              <p:cNvGrpSpPr/>
              <p:nvPr/>
            </p:nvGrpSpPr>
            <p:grpSpPr>
              <a:xfrm>
                <a:off x="3943368" y="-95767"/>
                <a:ext cx="2085062" cy="497078"/>
                <a:chOff x="584200" y="1847333"/>
                <a:chExt cx="2692400" cy="641867"/>
              </a:xfrm>
            </p:grpSpPr>
            <p:sp>
              <p:nvSpPr>
                <p:cNvPr id="14" name="Right Brace 13">
                  <a:extLst>
                    <a:ext uri="{FF2B5EF4-FFF2-40B4-BE49-F238E27FC236}">
                      <a16:creationId xmlns:a16="http://schemas.microsoft.com/office/drawing/2014/main" id="{60E97152-2A54-6DFC-71EF-FC61C076DCCA}"/>
                    </a:ext>
                  </a:extLst>
                </p:cNvPr>
                <p:cNvSpPr/>
                <p:nvPr/>
              </p:nvSpPr>
              <p:spPr>
                <a:xfrm rot="16200000">
                  <a:off x="1784350" y="996950"/>
                  <a:ext cx="292100" cy="2692400"/>
                </a:xfrm>
                <a:prstGeom prst="righ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058109E-9954-3214-10A7-9C182BE1CFEC}"/>
                    </a:ext>
                  </a:extLst>
                </p:cNvPr>
                <p:cNvSpPr txBox="1"/>
                <p:nvPr/>
              </p:nvSpPr>
              <p:spPr>
                <a:xfrm>
                  <a:off x="1778000" y="1847333"/>
                  <a:ext cx="1308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C9B6946-A15C-AF9B-8BD7-A94AE6438F24}"/>
                  </a:ext>
                </a:extLst>
              </p:cNvPr>
              <p:cNvGrpSpPr/>
              <p:nvPr/>
            </p:nvGrpSpPr>
            <p:grpSpPr>
              <a:xfrm>
                <a:off x="6057935" y="-95767"/>
                <a:ext cx="2085062" cy="497078"/>
                <a:chOff x="584200" y="1847333"/>
                <a:chExt cx="2692400" cy="641867"/>
              </a:xfrm>
            </p:grpSpPr>
            <p:sp>
              <p:nvSpPr>
                <p:cNvPr id="12" name="Right Brace 11">
                  <a:extLst>
                    <a:ext uri="{FF2B5EF4-FFF2-40B4-BE49-F238E27FC236}">
                      <a16:creationId xmlns:a16="http://schemas.microsoft.com/office/drawing/2014/main" id="{7A6ACBB7-EBD2-EB79-5555-1C314A310061}"/>
                    </a:ext>
                  </a:extLst>
                </p:cNvPr>
                <p:cNvSpPr/>
                <p:nvPr/>
              </p:nvSpPr>
              <p:spPr>
                <a:xfrm rot="16200000">
                  <a:off x="1784350" y="996950"/>
                  <a:ext cx="292100" cy="2692400"/>
                </a:xfrm>
                <a:prstGeom prst="righ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C1179-24F5-8E88-4DAC-C2009DB30AD3}"/>
                    </a:ext>
                  </a:extLst>
                </p:cNvPr>
                <p:cNvSpPr txBox="1"/>
                <p:nvPr/>
              </p:nvSpPr>
              <p:spPr>
                <a:xfrm>
                  <a:off x="1778000" y="1847333"/>
                  <a:ext cx="1308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</a:p>
              </p:txBody>
            </p:sp>
          </p:grp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F15CEF4-A63E-B666-22E3-82A283DDD082}"/>
              </a:ext>
            </a:extLst>
          </p:cNvPr>
          <p:cNvSpPr txBox="1"/>
          <p:nvPr/>
        </p:nvSpPr>
        <p:spPr>
          <a:xfrm>
            <a:off x="4351646" y="2590435"/>
            <a:ext cx="91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s,s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4BEBE-291C-87C2-912E-A69D9B6E6772}"/>
              </a:ext>
            </a:extLst>
          </p:cNvPr>
          <p:cNvSpPr txBox="1"/>
          <p:nvPr/>
        </p:nvSpPr>
        <p:spPr>
          <a:xfrm>
            <a:off x="4775200" y="4100418"/>
            <a:ext cx="148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(s+w0,s+h0)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9793C1-A354-0FF7-A317-2E9A21A92423}"/>
              </a:ext>
            </a:extLst>
          </p:cNvPr>
          <p:cNvSpPr/>
          <p:nvPr/>
        </p:nvSpPr>
        <p:spPr>
          <a:xfrm>
            <a:off x="6135334" y="2584462"/>
            <a:ext cx="1831934" cy="191196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42B7B2-44A2-B52B-31B0-12CE17953123}"/>
              </a:ext>
            </a:extLst>
          </p:cNvPr>
          <p:cNvSpPr txBox="1"/>
          <p:nvPr/>
        </p:nvSpPr>
        <p:spPr>
          <a:xfrm>
            <a:off x="6134057" y="2557782"/>
            <a:ext cx="148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(s+w0,s)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6284AB-7A48-00B0-3D71-5A33FCB86B58}"/>
              </a:ext>
            </a:extLst>
          </p:cNvPr>
          <p:cNvSpPr txBox="1"/>
          <p:nvPr/>
        </p:nvSpPr>
        <p:spPr>
          <a:xfrm>
            <a:off x="6253802" y="4127097"/>
            <a:ext cx="189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(s+w0+w1,s+h1)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CDB3EB-0939-0B3A-41B3-7047CA965396}"/>
              </a:ext>
            </a:extLst>
          </p:cNvPr>
          <p:cNvSpPr/>
          <p:nvPr/>
        </p:nvSpPr>
        <p:spPr>
          <a:xfrm>
            <a:off x="2439040" y="2761262"/>
            <a:ext cx="1911968" cy="173516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2B105D-F0A8-5A6F-2EA6-A031D9A38841}"/>
              </a:ext>
            </a:extLst>
          </p:cNvPr>
          <p:cNvSpPr txBox="1"/>
          <p:nvPr/>
        </p:nvSpPr>
        <p:spPr>
          <a:xfrm>
            <a:off x="2474615" y="2761262"/>
            <a:ext cx="1767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(s-w2,s+h0-h2)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848423-6AC9-6E3A-B8D5-319BE3009C14}"/>
              </a:ext>
            </a:extLst>
          </p:cNvPr>
          <p:cNvSpPr txBox="1"/>
          <p:nvPr/>
        </p:nvSpPr>
        <p:spPr>
          <a:xfrm>
            <a:off x="3365480" y="4127097"/>
            <a:ext cx="158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(s,s+h0)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71DBEB-1E10-784D-6E3E-77950297DEE5}"/>
              </a:ext>
            </a:extLst>
          </p:cNvPr>
          <p:cNvSpPr txBox="1"/>
          <p:nvPr/>
        </p:nvSpPr>
        <p:spPr>
          <a:xfrm>
            <a:off x="5074183" y="3312773"/>
            <a:ext cx="105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97BA12-1411-C86D-2207-F31C3A9CCA1E}"/>
              </a:ext>
            </a:extLst>
          </p:cNvPr>
          <p:cNvSpPr txBox="1"/>
          <p:nvPr/>
        </p:nvSpPr>
        <p:spPr>
          <a:xfrm>
            <a:off x="6679455" y="3262248"/>
            <a:ext cx="105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CA1D29-FFB0-B0ED-13C7-7CA3851C096B}"/>
              </a:ext>
            </a:extLst>
          </p:cNvPr>
          <p:cNvSpPr txBox="1"/>
          <p:nvPr/>
        </p:nvSpPr>
        <p:spPr>
          <a:xfrm>
            <a:off x="3123361" y="3414220"/>
            <a:ext cx="105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FFEC01-5D37-BA2C-B7B5-16CA0571EEB8}"/>
              </a:ext>
            </a:extLst>
          </p:cNvPr>
          <p:cNvCxnSpPr/>
          <p:nvPr/>
        </p:nvCxnSpPr>
        <p:spPr>
          <a:xfrm>
            <a:off x="2311399" y="2761262"/>
            <a:ext cx="16321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07D5587-9615-0AA9-D81F-CE830514FC79}"/>
              </a:ext>
            </a:extLst>
          </p:cNvPr>
          <p:cNvSpPr txBox="1"/>
          <p:nvPr/>
        </p:nvSpPr>
        <p:spPr>
          <a:xfrm>
            <a:off x="2491253" y="1179343"/>
            <a:ext cx="2076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padh2=s+h0-h2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F099B0F-0481-4D44-1EF9-F2309E52D7DF}"/>
              </a:ext>
            </a:extLst>
          </p:cNvPr>
          <p:cNvCxnSpPr>
            <a:cxnSpLocks/>
          </p:cNvCxnSpPr>
          <p:nvPr/>
        </p:nvCxnSpPr>
        <p:spPr>
          <a:xfrm flipH="1">
            <a:off x="2491253" y="672492"/>
            <a:ext cx="0" cy="208877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CFCBBD-25D0-40CC-169D-857FE97C3793}"/>
              </a:ext>
            </a:extLst>
          </p:cNvPr>
          <p:cNvSpPr txBox="1"/>
          <p:nvPr/>
        </p:nvSpPr>
        <p:spPr>
          <a:xfrm>
            <a:off x="825920" y="2625996"/>
            <a:ext cx="1744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padw2=s+w2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EF37F98-1C92-BADA-650E-C2F9B7947EE8}"/>
              </a:ext>
            </a:extLst>
          </p:cNvPr>
          <p:cNvCxnSpPr/>
          <p:nvPr/>
        </p:nvCxnSpPr>
        <p:spPr>
          <a:xfrm>
            <a:off x="2311399" y="2619387"/>
            <a:ext cx="2103120" cy="0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23809D5-A42B-4F4E-FF89-97B3D6592A80}"/>
              </a:ext>
            </a:extLst>
          </p:cNvPr>
          <p:cNvSpPr txBox="1"/>
          <p:nvPr/>
        </p:nvSpPr>
        <p:spPr>
          <a:xfrm>
            <a:off x="3453450" y="2283992"/>
            <a:ext cx="207640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padw</a:t>
            </a:r>
            <a:r>
              <a:rPr lang="en-US" dirty="0">
                <a:solidFill>
                  <a:srgbClr val="C00000"/>
                </a:solidFill>
              </a:rPr>
              <a:t>=s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B0F4B72-7071-AA48-89C7-7950A6CC497B}"/>
              </a:ext>
            </a:extLst>
          </p:cNvPr>
          <p:cNvCxnSpPr>
            <a:cxnSpLocks/>
          </p:cNvCxnSpPr>
          <p:nvPr/>
        </p:nvCxnSpPr>
        <p:spPr>
          <a:xfrm>
            <a:off x="4382090" y="751114"/>
            <a:ext cx="0" cy="1833347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AD17600-484C-AB2A-8D6C-EF4732515084}"/>
              </a:ext>
            </a:extLst>
          </p:cNvPr>
          <p:cNvSpPr txBox="1"/>
          <p:nvPr/>
        </p:nvSpPr>
        <p:spPr>
          <a:xfrm>
            <a:off x="4347146" y="2067063"/>
            <a:ext cx="116935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padh</a:t>
            </a:r>
            <a:r>
              <a:rPr lang="en-US" dirty="0">
                <a:solidFill>
                  <a:srgbClr val="C00000"/>
                </a:solidFill>
              </a:rPr>
              <a:t>=s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F2325F-8C12-DC59-A9EF-68C618758A20}"/>
              </a:ext>
            </a:extLst>
          </p:cNvPr>
          <p:cNvSpPr txBox="1"/>
          <p:nvPr/>
        </p:nvSpPr>
        <p:spPr>
          <a:xfrm>
            <a:off x="8651589" y="1828972"/>
            <a:ext cx="32747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Boxes are shifted by</a:t>
            </a:r>
          </a:p>
          <a:p>
            <a:r>
              <a:rPr lang="en-US" dirty="0" err="1"/>
              <a:t>padw+s</a:t>
            </a:r>
            <a:r>
              <a:rPr lang="en-US" dirty="0"/>
              <a:t>/2, </a:t>
            </a:r>
            <a:r>
              <a:rPr lang="en-US" dirty="0" err="1"/>
              <a:t>padh+s</a:t>
            </a:r>
            <a:r>
              <a:rPr lang="en-US" dirty="0"/>
              <a:t>/2 because the final image is the crop s/2 from left/right and s/2 from top/bottom.</a:t>
            </a:r>
          </a:p>
          <a:p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3AA648B-BAF6-6D2A-E593-27F38FC2C543}"/>
              </a:ext>
            </a:extLst>
          </p:cNvPr>
          <p:cNvSpPr/>
          <p:nvPr/>
        </p:nvSpPr>
        <p:spPr>
          <a:xfrm>
            <a:off x="3276600" y="1595821"/>
            <a:ext cx="3897084" cy="3999435"/>
          </a:xfrm>
          <a:prstGeom prst="rect">
            <a:avLst/>
          </a:prstGeom>
          <a:noFill/>
          <a:ln w="730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2931A-C366-11DD-B087-F01958DC9466}"/>
              </a:ext>
            </a:extLst>
          </p:cNvPr>
          <p:cNvSpPr txBox="1"/>
          <p:nvPr/>
        </p:nvSpPr>
        <p:spPr>
          <a:xfrm>
            <a:off x="509286" y="751114"/>
            <a:ext cx="131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Mosaic 3</a:t>
            </a:r>
          </a:p>
        </p:txBody>
      </p:sp>
    </p:spTree>
    <p:extLst>
      <p:ext uri="{BB962C8B-B14F-4D97-AF65-F5344CB8AC3E}">
        <p14:creationId xmlns:p14="http://schemas.microsoft.com/office/powerpoint/2010/main" val="781401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1C389E-72B4-1612-906C-4F5CE21FE542}"/>
              </a:ext>
            </a:extLst>
          </p:cNvPr>
          <p:cNvSpPr/>
          <p:nvPr/>
        </p:nvSpPr>
        <p:spPr>
          <a:xfrm>
            <a:off x="2042962" y="770022"/>
            <a:ext cx="5885848" cy="58353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A669E9-5CDA-95E1-EA21-E36BB3F4FC2A}"/>
              </a:ext>
            </a:extLst>
          </p:cNvPr>
          <p:cNvGrpSpPr>
            <a:grpSpLocks noChangeAspect="1"/>
          </p:cNvGrpSpPr>
          <p:nvPr/>
        </p:nvGrpSpPr>
        <p:grpSpPr>
          <a:xfrm>
            <a:off x="8007017" y="770022"/>
            <a:ext cx="343901" cy="5852160"/>
            <a:chOff x="8981573" y="553453"/>
            <a:chExt cx="354930" cy="6039852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F5C5C010-C928-A69E-64CB-07F771D725D0}"/>
                </a:ext>
              </a:extLst>
            </p:cNvPr>
            <p:cNvSpPr/>
            <p:nvPr/>
          </p:nvSpPr>
          <p:spPr>
            <a:xfrm>
              <a:off x="8981573" y="553453"/>
              <a:ext cx="348916" cy="301992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FA0A264F-88C0-41A3-51D9-F1FCC3267692}"/>
                </a:ext>
              </a:extLst>
            </p:cNvPr>
            <p:cNvSpPr/>
            <p:nvPr/>
          </p:nvSpPr>
          <p:spPr>
            <a:xfrm>
              <a:off x="8987587" y="3573379"/>
              <a:ext cx="348916" cy="301992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81E7F69-D7BA-60A0-3DBB-A7926197901E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797091" y="-2412230"/>
            <a:ext cx="343901" cy="5852160"/>
            <a:chOff x="8981573" y="553453"/>
            <a:chExt cx="354930" cy="6039852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A9D1B9EC-7C3F-29B3-F199-57F195BEF66D}"/>
                </a:ext>
              </a:extLst>
            </p:cNvPr>
            <p:cNvSpPr/>
            <p:nvPr/>
          </p:nvSpPr>
          <p:spPr>
            <a:xfrm>
              <a:off x="8981573" y="553453"/>
              <a:ext cx="348916" cy="301992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6E4F9E5A-85A0-2079-6B8F-0E5C4AD2E4E5}"/>
                </a:ext>
              </a:extLst>
            </p:cNvPr>
            <p:cNvSpPr/>
            <p:nvPr/>
          </p:nvSpPr>
          <p:spPr>
            <a:xfrm>
              <a:off x="8987587" y="3573379"/>
              <a:ext cx="348916" cy="301992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2D66063-D390-7533-A206-1EC47F76FF10}"/>
              </a:ext>
            </a:extLst>
          </p:cNvPr>
          <p:cNvSpPr txBox="1"/>
          <p:nvPr/>
        </p:nvSpPr>
        <p:spPr>
          <a:xfrm>
            <a:off x="8333059" y="2041179"/>
            <a:ext cx="26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440421-9C04-F1AE-E501-3074D70571F4}"/>
              </a:ext>
            </a:extLst>
          </p:cNvPr>
          <p:cNvSpPr txBox="1"/>
          <p:nvPr/>
        </p:nvSpPr>
        <p:spPr>
          <a:xfrm>
            <a:off x="8356745" y="4967259"/>
            <a:ext cx="26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3FD12-4635-22DA-CFA3-30D49F0A004F}"/>
              </a:ext>
            </a:extLst>
          </p:cNvPr>
          <p:cNvSpPr txBox="1"/>
          <p:nvPr/>
        </p:nvSpPr>
        <p:spPr>
          <a:xfrm>
            <a:off x="3373655" y="67997"/>
            <a:ext cx="26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8608E6-BA19-7C4D-B180-9E546A8CF09E}"/>
              </a:ext>
            </a:extLst>
          </p:cNvPr>
          <p:cNvSpPr txBox="1"/>
          <p:nvPr/>
        </p:nvSpPr>
        <p:spPr>
          <a:xfrm>
            <a:off x="6268453" y="67184"/>
            <a:ext cx="26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BBEA5E-C115-2BEA-9012-5B3F38456EC8}"/>
              </a:ext>
            </a:extLst>
          </p:cNvPr>
          <p:cNvSpPr/>
          <p:nvPr/>
        </p:nvSpPr>
        <p:spPr>
          <a:xfrm>
            <a:off x="4042611" y="2731168"/>
            <a:ext cx="91440" cy="91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76E3F1-B158-7DDD-72A6-7351ED6FAA25}"/>
              </a:ext>
            </a:extLst>
          </p:cNvPr>
          <p:cNvSpPr/>
          <p:nvPr/>
        </p:nvSpPr>
        <p:spPr>
          <a:xfrm>
            <a:off x="3507130" y="2268638"/>
            <a:ext cx="2916820" cy="291682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123AA-D155-75FD-5DA1-531BA0FAFF14}"/>
              </a:ext>
            </a:extLst>
          </p:cNvPr>
          <p:cNvSpPr txBox="1"/>
          <p:nvPr/>
        </p:nvSpPr>
        <p:spPr>
          <a:xfrm>
            <a:off x="4134051" y="2576373"/>
            <a:ext cx="1204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(xc, </a:t>
            </a:r>
            <a:r>
              <a:rPr lang="en-US" dirty="0" err="1"/>
              <a:t>yc</a:t>
            </a:r>
            <a:r>
              <a:rPr lang="en-US" dirty="0"/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A59CE0-2629-5852-9586-D27B2D7FB320}"/>
              </a:ext>
            </a:extLst>
          </p:cNvPr>
          <p:cNvSpPr/>
          <p:nvPr/>
        </p:nvSpPr>
        <p:spPr>
          <a:xfrm>
            <a:off x="1431758" y="336621"/>
            <a:ext cx="2702293" cy="248598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FD9B75-8C8E-FDE1-D7E4-AF98E1823D03}"/>
              </a:ext>
            </a:extLst>
          </p:cNvPr>
          <p:cNvSpPr txBox="1"/>
          <p:nvPr/>
        </p:nvSpPr>
        <p:spPr>
          <a:xfrm>
            <a:off x="2133489" y="848759"/>
            <a:ext cx="1504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max(xc-w, 0), </a:t>
            </a:r>
          </a:p>
          <a:p>
            <a:r>
              <a:rPr lang="en-US" sz="1400" dirty="0"/>
              <a:t>max(</a:t>
            </a:r>
            <a:r>
              <a:rPr lang="en-US" sz="1400" dirty="0" err="1"/>
              <a:t>yc</a:t>
            </a:r>
            <a:r>
              <a:rPr lang="en-US" sz="1400" dirty="0"/>
              <a:t>-h, 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DF132D-379B-37D2-7881-CE277212E00D}"/>
              </a:ext>
            </a:extLst>
          </p:cNvPr>
          <p:cNvSpPr txBox="1"/>
          <p:nvPr/>
        </p:nvSpPr>
        <p:spPr>
          <a:xfrm>
            <a:off x="3507952" y="2437225"/>
            <a:ext cx="1504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xc, </a:t>
            </a:r>
            <a:r>
              <a:rPr lang="en-US" sz="1400" dirty="0" err="1"/>
              <a:t>yc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FEDB21-B13F-128F-262E-519AA038F090}"/>
              </a:ext>
            </a:extLst>
          </p:cNvPr>
          <p:cNvSpPr/>
          <p:nvPr/>
        </p:nvSpPr>
        <p:spPr>
          <a:xfrm>
            <a:off x="4260381" y="336071"/>
            <a:ext cx="2998559" cy="24507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ABD23E-E990-6300-DDEB-8276EE7E1EB2}"/>
              </a:ext>
            </a:extLst>
          </p:cNvPr>
          <p:cNvSpPr txBox="1"/>
          <p:nvPr/>
        </p:nvSpPr>
        <p:spPr>
          <a:xfrm>
            <a:off x="4367464" y="928247"/>
            <a:ext cx="1540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(xc, max(</a:t>
            </a:r>
            <a:r>
              <a:rPr lang="en-US" sz="1400" dirty="0" err="1"/>
              <a:t>yc</a:t>
            </a:r>
            <a:r>
              <a:rPr lang="en-US" sz="1400" dirty="0"/>
              <a:t>-h, 0))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018D6E-51A8-51C4-41D0-8C503049EE46}"/>
              </a:ext>
            </a:extLst>
          </p:cNvPr>
          <p:cNvSpPr txBox="1"/>
          <p:nvPr/>
        </p:nvSpPr>
        <p:spPr>
          <a:xfrm>
            <a:off x="6315970" y="2268638"/>
            <a:ext cx="2159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(min(</a:t>
            </a:r>
            <a:r>
              <a:rPr lang="en-US" sz="1400" dirty="0" err="1"/>
              <a:t>xc+w</a:t>
            </a:r>
            <a:r>
              <a:rPr lang="en-US" sz="1400" dirty="0"/>
              <a:t>, s*2), </a:t>
            </a:r>
            <a:r>
              <a:rPr lang="en-US" sz="1400" dirty="0" err="1"/>
              <a:t>yc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A390E5-9A46-B1D9-B265-CBA932D8DFE1}"/>
              </a:ext>
            </a:extLst>
          </p:cNvPr>
          <p:cNvSpPr/>
          <p:nvPr/>
        </p:nvSpPr>
        <p:spPr>
          <a:xfrm>
            <a:off x="1574800" y="2950169"/>
            <a:ext cx="2553670" cy="291682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1F5334-7A7D-6F5A-2E95-460070C26B20}"/>
              </a:ext>
            </a:extLst>
          </p:cNvPr>
          <p:cNvSpPr txBox="1"/>
          <p:nvPr/>
        </p:nvSpPr>
        <p:spPr>
          <a:xfrm>
            <a:off x="2045290" y="3164459"/>
            <a:ext cx="1504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max(xc-w, 0), </a:t>
            </a:r>
            <a:r>
              <a:rPr lang="en-US" sz="1400" dirty="0" err="1"/>
              <a:t>yc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4F5274-3FC0-172A-6D05-805E2CDB617C}"/>
              </a:ext>
            </a:extLst>
          </p:cNvPr>
          <p:cNvSpPr txBox="1"/>
          <p:nvPr/>
        </p:nvSpPr>
        <p:spPr>
          <a:xfrm>
            <a:off x="2668772" y="5580403"/>
            <a:ext cx="176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xc, min(s*2, </a:t>
            </a:r>
            <a:r>
              <a:rPr lang="en-US" sz="1400" dirty="0" err="1"/>
              <a:t>yc+h</a:t>
            </a:r>
            <a:r>
              <a:rPr lang="en-US" sz="1400" dirty="0"/>
              <a:t>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E3FDB8-C9B3-B30E-B2D5-6E157C2FF81A}"/>
              </a:ext>
            </a:extLst>
          </p:cNvPr>
          <p:cNvSpPr/>
          <p:nvPr/>
        </p:nvSpPr>
        <p:spPr>
          <a:xfrm>
            <a:off x="4318922" y="2950169"/>
            <a:ext cx="4685378" cy="272673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57F7DC-C7B7-50F9-BEDA-FF8DBE0E1E9C}"/>
              </a:ext>
            </a:extLst>
          </p:cNvPr>
          <p:cNvSpPr txBox="1"/>
          <p:nvPr/>
        </p:nvSpPr>
        <p:spPr>
          <a:xfrm>
            <a:off x="4313095" y="3002524"/>
            <a:ext cx="1504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xc,yc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6A465D-8C60-F234-E6F4-B9D39D9BCB3E}"/>
              </a:ext>
            </a:extLst>
          </p:cNvPr>
          <p:cNvSpPr txBox="1"/>
          <p:nvPr/>
        </p:nvSpPr>
        <p:spPr>
          <a:xfrm>
            <a:off x="6608821" y="5074981"/>
            <a:ext cx="1429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min(</a:t>
            </a:r>
            <a:r>
              <a:rPr lang="en-US" sz="1400" dirty="0" err="1"/>
              <a:t>xc+w</a:t>
            </a:r>
            <a:r>
              <a:rPr lang="en-US" sz="1400" dirty="0"/>
              <a:t>, s*2), min(s*2, </a:t>
            </a:r>
            <a:r>
              <a:rPr lang="en-US" sz="1400" dirty="0" err="1"/>
              <a:t>yc+h</a:t>
            </a:r>
            <a:r>
              <a:rPr lang="en-US" sz="1400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C165AE-82EF-B284-45D5-E76A4BFCFB0C}"/>
              </a:ext>
            </a:extLst>
          </p:cNvPr>
          <p:cNvSpPr txBox="1"/>
          <p:nvPr/>
        </p:nvSpPr>
        <p:spPr>
          <a:xfrm>
            <a:off x="9167149" y="585356"/>
            <a:ext cx="131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Mosaic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83EF9B-958A-ADB6-CB49-C168D5EF140E}"/>
              </a:ext>
            </a:extLst>
          </p:cNvPr>
          <p:cNvSpPr txBox="1"/>
          <p:nvPr/>
        </p:nvSpPr>
        <p:spPr>
          <a:xfrm>
            <a:off x="2055282" y="1487181"/>
            <a:ext cx="2121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w-(x2a-x1a), h-(y2a-y1a)</a:t>
            </a:r>
          </a:p>
          <a:p>
            <a:endParaRPr lang="en-US" sz="1400" dirty="0">
              <a:solidFill>
                <a:srgbClr val="7030A0"/>
              </a:solidFill>
            </a:endParaRPr>
          </a:p>
          <a:p>
            <a:endParaRPr lang="en-US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12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BC7484-D1BF-2612-167B-3174CD2E868A}"/>
              </a:ext>
            </a:extLst>
          </p:cNvPr>
          <p:cNvSpPr/>
          <p:nvPr/>
        </p:nvSpPr>
        <p:spPr>
          <a:xfrm>
            <a:off x="3629627" y="752354"/>
            <a:ext cx="5745867" cy="5764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E68AE0-B8B4-F70C-6BB4-BE7211E80036}"/>
              </a:ext>
            </a:extLst>
          </p:cNvPr>
          <p:cNvGrpSpPr/>
          <p:nvPr/>
        </p:nvGrpSpPr>
        <p:grpSpPr>
          <a:xfrm>
            <a:off x="3629628" y="132482"/>
            <a:ext cx="5745866" cy="579363"/>
            <a:chOff x="3629628" y="132482"/>
            <a:chExt cx="5745866" cy="57936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9AE5ECA-A668-0229-B4D7-405529E49343}"/>
                </a:ext>
              </a:extLst>
            </p:cNvPr>
            <p:cNvGrpSpPr>
              <a:grpSpLocks/>
            </p:cNvGrpSpPr>
            <p:nvPr/>
          </p:nvGrpSpPr>
          <p:grpSpPr>
            <a:xfrm rot="16200000">
              <a:off x="6365401" y="-2298248"/>
              <a:ext cx="274320" cy="5745866"/>
              <a:chOff x="9803757" y="643359"/>
              <a:chExt cx="335666" cy="4689674"/>
            </a:xfrm>
          </p:grpSpPr>
          <p:sp>
            <p:nvSpPr>
              <p:cNvPr id="10" name="Right Brace 9">
                <a:extLst>
                  <a:ext uri="{FF2B5EF4-FFF2-40B4-BE49-F238E27FC236}">
                    <a16:creationId xmlns:a16="http://schemas.microsoft.com/office/drawing/2014/main" id="{40AF36EE-10E4-8CE3-36E4-1FB4CE1A35EB}"/>
                  </a:ext>
                </a:extLst>
              </p:cNvPr>
              <p:cNvSpPr/>
              <p:nvPr/>
            </p:nvSpPr>
            <p:spPr>
              <a:xfrm>
                <a:off x="9803757" y="643359"/>
                <a:ext cx="335666" cy="1551008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ight Brace 10">
                <a:extLst>
                  <a:ext uri="{FF2B5EF4-FFF2-40B4-BE49-F238E27FC236}">
                    <a16:creationId xmlns:a16="http://schemas.microsoft.com/office/drawing/2014/main" id="{9A570B89-3801-6C9E-1A27-02523A2AB618}"/>
                  </a:ext>
                </a:extLst>
              </p:cNvPr>
              <p:cNvSpPr/>
              <p:nvPr/>
            </p:nvSpPr>
            <p:spPr>
              <a:xfrm>
                <a:off x="9803757" y="2212692"/>
                <a:ext cx="335666" cy="1551008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ight Brace 11">
                <a:extLst>
                  <a:ext uri="{FF2B5EF4-FFF2-40B4-BE49-F238E27FC236}">
                    <a16:creationId xmlns:a16="http://schemas.microsoft.com/office/drawing/2014/main" id="{D76C0B03-8F32-965D-28D8-4C1F94807D19}"/>
                  </a:ext>
                </a:extLst>
              </p:cNvPr>
              <p:cNvSpPr/>
              <p:nvPr/>
            </p:nvSpPr>
            <p:spPr>
              <a:xfrm>
                <a:off x="9803757" y="3782025"/>
                <a:ext cx="335666" cy="1551008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2D37A0-DDE4-6DE9-F27B-88227433AE20}"/>
                </a:ext>
              </a:extLst>
            </p:cNvPr>
            <p:cNvSpPr txBox="1"/>
            <p:nvPr/>
          </p:nvSpPr>
          <p:spPr>
            <a:xfrm>
              <a:off x="4501177" y="132482"/>
              <a:ext cx="62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5CE4F0-AAF9-05D7-5F2D-B0DAC498ECC9}"/>
                </a:ext>
              </a:extLst>
            </p:cNvPr>
            <p:cNvSpPr txBox="1"/>
            <p:nvPr/>
          </p:nvSpPr>
          <p:spPr>
            <a:xfrm>
              <a:off x="6502560" y="178102"/>
              <a:ext cx="62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07431C-9B4A-2A23-07B5-8869CC972266}"/>
                </a:ext>
              </a:extLst>
            </p:cNvPr>
            <p:cNvSpPr txBox="1"/>
            <p:nvPr/>
          </p:nvSpPr>
          <p:spPr>
            <a:xfrm>
              <a:off x="8503943" y="178102"/>
              <a:ext cx="62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6D5E78-7BB5-6B55-1441-849DB080EA77}"/>
              </a:ext>
            </a:extLst>
          </p:cNvPr>
          <p:cNvGrpSpPr/>
          <p:nvPr/>
        </p:nvGrpSpPr>
        <p:grpSpPr>
          <a:xfrm>
            <a:off x="9560689" y="770680"/>
            <a:ext cx="772031" cy="5745866"/>
            <a:chOff x="9560689" y="770680"/>
            <a:chExt cx="772031" cy="574586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D8A191-8B48-8731-D628-9B44DB98581A}"/>
                </a:ext>
              </a:extLst>
            </p:cNvPr>
            <p:cNvGrpSpPr>
              <a:grpSpLocks/>
            </p:cNvGrpSpPr>
            <p:nvPr/>
          </p:nvGrpSpPr>
          <p:grpSpPr>
            <a:xfrm>
              <a:off x="9560689" y="770680"/>
              <a:ext cx="274320" cy="5745866"/>
              <a:chOff x="9803757" y="643359"/>
              <a:chExt cx="335666" cy="4689674"/>
            </a:xfrm>
          </p:grpSpPr>
          <p:sp>
            <p:nvSpPr>
              <p:cNvPr id="5" name="Right Brace 4">
                <a:extLst>
                  <a:ext uri="{FF2B5EF4-FFF2-40B4-BE49-F238E27FC236}">
                    <a16:creationId xmlns:a16="http://schemas.microsoft.com/office/drawing/2014/main" id="{D45D506D-54A5-882C-2304-B3F8BD69DE06}"/>
                  </a:ext>
                </a:extLst>
              </p:cNvPr>
              <p:cNvSpPr/>
              <p:nvPr/>
            </p:nvSpPr>
            <p:spPr>
              <a:xfrm>
                <a:off x="9803757" y="643359"/>
                <a:ext cx="335666" cy="1551008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ight Brace 5">
                <a:extLst>
                  <a:ext uri="{FF2B5EF4-FFF2-40B4-BE49-F238E27FC236}">
                    <a16:creationId xmlns:a16="http://schemas.microsoft.com/office/drawing/2014/main" id="{FD55B985-417A-23B0-9F9C-6DF388944520}"/>
                  </a:ext>
                </a:extLst>
              </p:cNvPr>
              <p:cNvSpPr/>
              <p:nvPr/>
            </p:nvSpPr>
            <p:spPr>
              <a:xfrm>
                <a:off x="9803757" y="2212692"/>
                <a:ext cx="335666" cy="1551008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ight Brace 6">
                <a:extLst>
                  <a:ext uri="{FF2B5EF4-FFF2-40B4-BE49-F238E27FC236}">
                    <a16:creationId xmlns:a16="http://schemas.microsoft.com/office/drawing/2014/main" id="{9DA689F8-5297-E304-48E9-270EA42871BB}"/>
                  </a:ext>
                </a:extLst>
              </p:cNvPr>
              <p:cNvSpPr/>
              <p:nvPr/>
            </p:nvSpPr>
            <p:spPr>
              <a:xfrm>
                <a:off x="9803757" y="3782025"/>
                <a:ext cx="335666" cy="1551008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41E3BA-0325-8ABF-E528-EE9447A039F7}"/>
                </a:ext>
              </a:extLst>
            </p:cNvPr>
            <p:cNvSpPr txBox="1"/>
            <p:nvPr/>
          </p:nvSpPr>
          <p:spPr>
            <a:xfrm>
              <a:off x="9707687" y="1351508"/>
              <a:ext cx="62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C18F5C-7289-9B34-80BF-F21CBA531739}"/>
                </a:ext>
              </a:extLst>
            </p:cNvPr>
            <p:cNvSpPr txBox="1"/>
            <p:nvPr/>
          </p:nvSpPr>
          <p:spPr>
            <a:xfrm>
              <a:off x="9694377" y="3274281"/>
              <a:ext cx="62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3D9BC1-59E4-52E5-F64F-E937A47AB721}"/>
                </a:ext>
              </a:extLst>
            </p:cNvPr>
            <p:cNvSpPr txBox="1"/>
            <p:nvPr/>
          </p:nvSpPr>
          <p:spPr>
            <a:xfrm>
              <a:off x="9690905" y="5197054"/>
              <a:ext cx="62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14A0890-6027-62A9-7402-B22C19C033A3}"/>
              </a:ext>
            </a:extLst>
          </p:cNvPr>
          <p:cNvSpPr/>
          <p:nvPr/>
        </p:nvSpPr>
        <p:spPr>
          <a:xfrm>
            <a:off x="5709138" y="2693453"/>
            <a:ext cx="2286000" cy="224196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654773-0DE1-F05B-ECAE-FBA28A200149}"/>
              </a:ext>
            </a:extLst>
          </p:cNvPr>
          <p:cNvSpPr txBox="1"/>
          <p:nvPr/>
        </p:nvSpPr>
        <p:spPr>
          <a:xfrm>
            <a:off x="5709138" y="2693453"/>
            <a:ext cx="890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</a:rPr>
              <a:t>s,s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59F055-3CF6-8649-8978-C9463E6554A2}"/>
              </a:ext>
            </a:extLst>
          </p:cNvPr>
          <p:cNvSpPr txBox="1"/>
          <p:nvPr/>
        </p:nvSpPr>
        <p:spPr>
          <a:xfrm>
            <a:off x="6764215" y="4566083"/>
            <a:ext cx="1622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s+w0,s+h0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BA11D3-EC05-994C-06E9-D52ED844914D}"/>
              </a:ext>
            </a:extLst>
          </p:cNvPr>
          <p:cNvSpPr txBox="1"/>
          <p:nvPr/>
        </p:nvSpPr>
        <p:spPr>
          <a:xfrm>
            <a:off x="6646984" y="3634450"/>
            <a:ext cx="74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im0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A27C11-89BD-0525-FA4F-E4466B0203EE}"/>
              </a:ext>
            </a:extLst>
          </p:cNvPr>
          <p:cNvSpPr/>
          <p:nvPr/>
        </p:nvSpPr>
        <p:spPr>
          <a:xfrm>
            <a:off x="5644234" y="429039"/>
            <a:ext cx="1645744" cy="224196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3F265C-CB34-6800-4BA8-25B1E45A8795}"/>
              </a:ext>
            </a:extLst>
          </p:cNvPr>
          <p:cNvSpPr txBox="1"/>
          <p:nvPr/>
        </p:nvSpPr>
        <p:spPr>
          <a:xfrm>
            <a:off x="5611309" y="720332"/>
            <a:ext cx="1645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</a:rPr>
              <a:t>s,max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(s-h, 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7B053-F8EF-8602-CCC0-394AC26C78C2}"/>
              </a:ext>
            </a:extLst>
          </p:cNvPr>
          <p:cNvSpPr txBox="1"/>
          <p:nvPr/>
        </p:nvSpPr>
        <p:spPr>
          <a:xfrm>
            <a:off x="6467106" y="2301669"/>
            <a:ext cx="1645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s+w1, 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76ABF3-609B-1962-89F8-0A320A7D7D5C}"/>
              </a:ext>
            </a:extLst>
          </p:cNvPr>
          <p:cNvSpPr txBox="1"/>
          <p:nvPr/>
        </p:nvSpPr>
        <p:spPr>
          <a:xfrm>
            <a:off x="6235548" y="1594893"/>
            <a:ext cx="82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im1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C6A71A-6B36-AF0A-4DDB-40624BC08247}"/>
              </a:ext>
            </a:extLst>
          </p:cNvPr>
          <p:cNvSpPr/>
          <p:nvPr/>
        </p:nvSpPr>
        <p:spPr>
          <a:xfrm>
            <a:off x="7318358" y="971269"/>
            <a:ext cx="3014361" cy="16997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2CC61E-71BE-ED13-0BD8-60C0B3972EC9}"/>
              </a:ext>
            </a:extLst>
          </p:cNvPr>
          <p:cNvSpPr txBox="1"/>
          <p:nvPr/>
        </p:nvSpPr>
        <p:spPr>
          <a:xfrm>
            <a:off x="7404050" y="984796"/>
            <a:ext cx="2156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s+w1, max(s-h2, 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7D7744-0ADD-F096-B4C0-CC4C34CBFCFE}"/>
              </a:ext>
            </a:extLst>
          </p:cNvPr>
          <p:cNvSpPr txBox="1"/>
          <p:nvPr/>
        </p:nvSpPr>
        <p:spPr>
          <a:xfrm>
            <a:off x="8045162" y="2308110"/>
            <a:ext cx="1645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s+w1+w2, 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5E56E9-B2DC-D718-DEC7-232508C44366}"/>
              </a:ext>
            </a:extLst>
          </p:cNvPr>
          <p:cNvSpPr/>
          <p:nvPr/>
        </p:nvSpPr>
        <p:spPr>
          <a:xfrm>
            <a:off x="7995138" y="2695237"/>
            <a:ext cx="2286000" cy="1900321"/>
          </a:xfrm>
          <a:prstGeom prst="rect">
            <a:avLst/>
          </a:prstGeom>
          <a:noFill/>
          <a:ln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1A4868-5E87-E48E-6200-93A66BF41EEC}"/>
              </a:ext>
            </a:extLst>
          </p:cNvPr>
          <p:cNvSpPr txBox="1"/>
          <p:nvPr/>
        </p:nvSpPr>
        <p:spPr>
          <a:xfrm>
            <a:off x="8045162" y="2691906"/>
            <a:ext cx="118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96633"/>
                </a:solidFill>
              </a:rPr>
              <a:t>s+w0, 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EC4936-0CE1-9D6C-81BA-D861ED982211}"/>
              </a:ext>
            </a:extLst>
          </p:cNvPr>
          <p:cNvSpPr txBox="1"/>
          <p:nvPr/>
        </p:nvSpPr>
        <p:spPr>
          <a:xfrm>
            <a:off x="8112849" y="3977120"/>
            <a:ext cx="2580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96633"/>
                </a:solidFill>
              </a:rPr>
              <a:t>max(s+w0+w3, s*3), max(s+h3, s*3)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0864D4-6FC7-1C7F-8E08-2CD6222ABE18}"/>
              </a:ext>
            </a:extLst>
          </p:cNvPr>
          <p:cNvSpPr txBox="1"/>
          <p:nvPr/>
        </p:nvSpPr>
        <p:spPr>
          <a:xfrm>
            <a:off x="8141187" y="1699609"/>
            <a:ext cx="82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im2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2D8D8A-E648-EE71-B9DF-F260C289A8F1}"/>
              </a:ext>
            </a:extLst>
          </p:cNvPr>
          <p:cNvSpPr txBox="1"/>
          <p:nvPr/>
        </p:nvSpPr>
        <p:spPr>
          <a:xfrm>
            <a:off x="8552623" y="3511822"/>
            <a:ext cx="82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6633"/>
                </a:solidFill>
              </a:rPr>
              <a:t>im3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08D76B-6FAE-BF98-64B4-7B61E28632DF}"/>
              </a:ext>
            </a:extLst>
          </p:cNvPr>
          <p:cNvSpPr/>
          <p:nvPr/>
        </p:nvSpPr>
        <p:spPr>
          <a:xfrm>
            <a:off x="8017098" y="4614559"/>
            <a:ext cx="1839871" cy="20653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C874B3-8A79-370A-38CF-55BDA2A2D138}"/>
              </a:ext>
            </a:extLst>
          </p:cNvPr>
          <p:cNvSpPr txBox="1"/>
          <p:nvPr/>
        </p:nvSpPr>
        <p:spPr>
          <a:xfrm>
            <a:off x="8553622" y="5274522"/>
            <a:ext cx="82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209BA4-D30E-22D7-1E01-E75CED30DF90}"/>
              </a:ext>
            </a:extLst>
          </p:cNvPr>
          <p:cNvSpPr txBox="1"/>
          <p:nvPr/>
        </p:nvSpPr>
        <p:spPr>
          <a:xfrm>
            <a:off x="8014137" y="4662272"/>
            <a:ext cx="1622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s+w0, s+h3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90C8C2-6767-C260-A4DE-CA6D44BE3883}"/>
              </a:ext>
            </a:extLst>
          </p:cNvPr>
          <p:cNvSpPr txBox="1"/>
          <p:nvPr/>
        </p:nvSpPr>
        <p:spPr>
          <a:xfrm>
            <a:off x="8045162" y="5957008"/>
            <a:ext cx="2271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max(s+w0+w4,3*s), max(s+h3+h4, 3*s)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1B6BDB-6F9F-4ED5-1A50-FB89376B1BE2}"/>
              </a:ext>
            </a:extLst>
          </p:cNvPr>
          <p:cNvSpPr/>
          <p:nvPr/>
        </p:nvSpPr>
        <p:spPr>
          <a:xfrm>
            <a:off x="5995851" y="4935415"/>
            <a:ext cx="1996326" cy="166513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9F9804-6DD2-28A1-AAD5-A588C1326AE0}"/>
              </a:ext>
            </a:extLst>
          </p:cNvPr>
          <p:cNvSpPr txBox="1"/>
          <p:nvPr/>
        </p:nvSpPr>
        <p:spPr>
          <a:xfrm>
            <a:off x="6392412" y="5443380"/>
            <a:ext cx="82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im5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7EC2BB-D587-4D60-3671-5F3D3278BD6C}"/>
              </a:ext>
            </a:extLst>
          </p:cNvPr>
          <p:cNvSpPr txBox="1"/>
          <p:nvPr/>
        </p:nvSpPr>
        <p:spPr>
          <a:xfrm>
            <a:off x="5977807" y="4948186"/>
            <a:ext cx="2271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s+w0-w5, s+h0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BBA200-770F-5223-86DB-7481B68C0799}"/>
              </a:ext>
            </a:extLst>
          </p:cNvPr>
          <p:cNvSpPr txBox="1"/>
          <p:nvPr/>
        </p:nvSpPr>
        <p:spPr>
          <a:xfrm>
            <a:off x="6007432" y="6184557"/>
            <a:ext cx="2271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s+w0, max(3*s, s+h0+h5)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4D9B875-4E01-250B-5ABC-E1A5F65AEA1E}"/>
              </a:ext>
            </a:extLst>
          </p:cNvPr>
          <p:cNvSpPr/>
          <p:nvPr/>
        </p:nvSpPr>
        <p:spPr>
          <a:xfrm>
            <a:off x="3926536" y="4933084"/>
            <a:ext cx="2056636" cy="166513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48D87A-E592-7C5D-174B-03ABEC9B1E66}"/>
              </a:ext>
            </a:extLst>
          </p:cNvPr>
          <p:cNvSpPr txBox="1"/>
          <p:nvPr/>
        </p:nvSpPr>
        <p:spPr>
          <a:xfrm>
            <a:off x="3904201" y="4948186"/>
            <a:ext cx="2056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max(0, s+w0-w5-w6), s+h0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072F8D-6F0B-A0FE-34DE-5CB3241836EC}"/>
              </a:ext>
            </a:extLst>
          </p:cNvPr>
          <p:cNvSpPr txBox="1"/>
          <p:nvPr/>
        </p:nvSpPr>
        <p:spPr>
          <a:xfrm>
            <a:off x="4396086" y="5543629"/>
            <a:ext cx="82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im6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CB8900-5058-726E-5A20-67B09B7EF232}"/>
              </a:ext>
            </a:extLst>
          </p:cNvPr>
          <p:cNvSpPr txBox="1"/>
          <p:nvPr/>
        </p:nvSpPr>
        <p:spPr>
          <a:xfrm>
            <a:off x="3950570" y="6052756"/>
            <a:ext cx="2056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7030A0"/>
                </a:solidFill>
              </a:rPr>
              <a:t>s+w0-w5, max(3*s, s+h0+h6)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4E89D3F-7D0F-32CD-82CF-863C46BFDBF7}"/>
              </a:ext>
            </a:extLst>
          </p:cNvPr>
          <p:cNvSpPr/>
          <p:nvPr/>
        </p:nvSpPr>
        <p:spPr>
          <a:xfrm>
            <a:off x="3403347" y="2921938"/>
            <a:ext cx="2286000" cy="2011266"/>
          </a:xfrm>
          <a:prstGeom prst="rect">
            <a:avLst/>
          </a:prstGeom>
          <a:noFill/>
          <a:ln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6766B8-CA05-F896-B646-E76731DC0FD9}"/>
              </a:ext>
            </a:extLst>
          </p:cNvPr>
          <p:cNvSpPr txBox="1"/>
          <p:nvPr/>
        </p:nvSpPr>
        <p:spPr>
          <a:xfrm>
            <a:off x="4264951" y="3413159"/>
            <a:ext cx="74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6633"/>
                </a:solidFill>
              </a:rPr>
              <a:t>im7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8E2E50-A90D-DFA3-5BE5-115605AD584D}"/>
              </a:ext>
            </a:extLst>
          </p:cNvPr>
          <p:cNvSpPr txBox="1"/>
          <p:nvPr/>
        </p:nvSpPr>
        <p:spPr>
          <a:xfrm>
            <a:off x="3604680" y="2911130"/>
            <a:ext cx="1406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96633"/>
                </a:solidFill>
              </a:rPr>
              <a:t>max(s-w7, 0),</a:t>
            </a:r>
          </a:p>
          <a:p>
            <a:r>
              <a:rPr lang="en-US" sz="1400" dirty="0">
                <a:solidFill>
                  <a:srgbClr val="996633"/>
                </a:solidFill>
              </a:rPr>
              <a:t>s+h0-h7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BF89D7-9386-900C-C0D6-487D36E0B971}"/>
              </a:ext>
            </a:extLst>
          </p:cNvPr>
          <p:cNvSpPr txBox="1"/>
          <p:nvPr/>
        </p:nvSpPr>
        <p:spPr>
          <a:xfrm>
            <a:off x="4892530" y="4603436"/>
            <a:ext cx="1406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96633"/>
                </a:solidFill>
              </a:rPr>
              <a:t>s, s+h0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99CC87-B778-B187-6289-273E1C0FA0ED}"/>
              </a:ext>
            </a:extLst>
          </p:cNvPr>
          <p:cNvSpPr/>
          <p:nvPr/>
        </p:nvSpPr>
        <p:spPr>
          <a:xfrm>
            <a:off x="3348339" y="918106"/>
            <a:ext cx="2286000" cy="2011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509425-39D9-18D9-B467-2842378345D1}"/>
              </a:ext>
            </a:extLst>
          </p:cNvPr>
          <p:cNvSpPr txBox="1"/>
          <p:nvPr/>
        </p:nvSpPr>
        <p:spPr>
          <a:xfrm>
            <a:off x="3616532" y="890830"/>
            <a:ext cx="1406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max(s-w8, 0),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s+h0-h7-h8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BDDF6A-3080-A1AC-CC65-94670DD733A4}"/>
              </a:ext>
            </a:extLst>
          </p:cNvPr>
          <p:cNvSpPr txBox="1"/>
          <p:nvPr/>
        </p:nvSpPr>
        <p:spPr>
          <a:xfrm>
            <a:off x="4378501" y="1772589"/>
            <a:ext cx="74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8D1627-28B1-9AC4-EC68-C1B609A851A6}"/>
              </a:ext>
            </a:extLst>
          </p:cNvPr>
          <p:cNvSpPr txBox="1"/>
          <p:nvPr/>
        </p:nvSpPr>
        <p:spPr>
          <a:xfrm>
            <a:off x="4668891" y="2611739"/>
            <a:ext cx="1406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s, s+h0-h7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193319-DD7B-F24D-28B8-B60A28DF2F6F}"/>
              </a:ext>
            </a:extLst>
          </p:cNvPr>
          <p:cNvSpPr txBox="1"/>
          <p:nvPr/>
        </p:nvSpPr>
        <p:spPr>
          <a:xfrm>
            <a:off x="1110056" y="1166842"/>
            <a:ext cx="131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Mosaic 9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367B985-6132-85B8-44FB-08BDDBB7FAD2}"/>
              </a:ext>
            </a:extLst>
          </p:cNvPr>
          <p:cNvSpPr/>
          <p:nvPr/>
        </p:nvSpPr>
        <p:spPr>
          <a:xfrm>
            <a:off x="4638283" y="1699609"/>
            <a:ext cx="3764907" cy="386677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3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BE1B-01D5-1492-554A-643C6638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DFLoss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34DD4A-56E9-5F95-C932-AE97B6CFED0B}"/>
              </a:ext>
            </a:extLst>
          </p:cNvPr>
          <p:cNvCxnSpPr/>
          <p:nvPr/>
        </p:nvCxnSpPr>
        <p:spPr>
          <a:xfrm flipV="1">
            <a:off x="838200" y="2690949"/>
            <a:ext cx="76287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194AB1-013B-7C74-2499-591BE8002076}"/>
              </a:ext>
            </a:extLst>
          </p:cNvPr>
          <p:cNvSpPr/>
          <p:nvPr/>
        </p:nvSpPr>
        <p:spPr>
          <a:xfrm>
            <a:off x="1477108" y="261474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A0C92E-570F-66B0-0AE4-49FF5D09485F}"/>
              </a:ext>
            </a:extLst>
          </p:cNvPr>
          <p:cNvSpPr/>
          <p:nvPr/>
        </p:nvSpPr>
        <p:spPr>
          <a:xfrm>
            <a:off x="7455877" y="261474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CAA66-907F-9557-8B56-CEED4F11DB6E}"/>
              </a:ext>
            </a:extLst>
          </p:cNvPr>
          <p:cNvSpPr/>
          <p:nvPr/>
        </p:nvSpPr>
        <p:spPr>
          <a:xfrm>
            <a:off x="3810000" y="2614749"/>
            <a:ext cx="152400" cy="1523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506BB-6D30-4E95-AD88-887010789C1D}"/>
              </a:ext>
            </a:extLst>
          </p:cNvPr>
          <p:cNvSpPr txBox="1"/>
          <p:nvPr/>
        </p:nvSpPr>
        <p:spPr>
          <a:xfrm>
            <a:off x="885092" y="209885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tl</a:t>
            </a:r>
            <a:r>
              <a:rPr lang="en-US" dirty="0"/>
              <a:t> : closest 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92F3AD-0AB5-7722-64B4-AAF965D0998D}"/>
              </a:ext>
            </a:extLst>
          </p:cNvPr>
          <p:cNvSpPr txBox="1"/>
          <p:nvPr/>
        </p:nvSpPr>
        <p:spPr>
          <a:xfrm>
            <a:off x="7227277" y="21340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tr=tl+1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C752B-37A4-7CC3-D33C-D8ABC62819C5}"/>
              </a:ext>
            </a:extLst>
          </p:cNvPr>
          <p:cNvSpPr txBox="1"/>
          <p:nvPr/>
        </p:nvSpPr>
        <p:spPr>
          <a:xfrm>
            <a:off x="3464169" y="212866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BF77E44C-A8B8-940E-442B-A9AD5487B2A8}"/>
              </a:ext>
            </a:extLst>
          </p:cNvPr>
          <p:cNvSpPr/>
          <p:nvPr/>
        </p:nvSpPr>
        <p:spPr>
          <a:xfrm rot="5400000">
            <a:off x="5576892" y="1245196"/>
            <a:ext cx="264491" cy="34934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B51B5-C419-162D-1F00-996986F5DF26}"/>
              </a:ext>
            </a:extLst>
          </p:cNvPr>
          <p:cNvSpPr txBox="1"/>
          <p:nvPr/>
        </p:nvSpPr>
        <p:spPr>
          <a:xfrm>
            <a:off x="5474677" y="3101237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wl</a:t>
            </a:r>
            <a:r>
              <a:rPr lang="en-US" dirty="0"/>
              <a:t>=tr-target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5313A17-E4ED-0D5A-6821-7248C43D28A2}"/>
              </a:ext>
            </a:extLst>
          </p:cNvPr>
          <p:cNvSpPr/>
          <p:nvPr/>
        </p:nvSpPr>
        <p:spPr>
          <a:xfrm rot="16200000" flipV="1">
            <a:off x="4307441" y="-1095981"/>
            <a:ext cx="388439" cy="590842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BAF3D-93CD-93A2-2F36-B5AB36D1723A}"/>
              </a:ext>
            </a:extLst>
          </p:cNvPr>
          <p:cNvSpPr txBox="1"/>
          <p:nvPr/>
        </p:nvSpPr>
        <p:spPr>
          <a:xfrm>
            <a:off x="4343400" y="134077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2EC0063-00CE-2F9F-E12F-3D5A5A7C18ED}"/>
              </a:ext>
            </a:extLst>
          </p:cNvPr>
          <p:cNvSpPr/>
          <p:nvPr/>
        </p:nvSpPr>
        <p:spPr>
          <a:xfrm rot="5400000">
            <a:off x="2578427" y="1857934"/>
            <a:ext cx="200591" cy="226255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BF64FF-849A-6108-E6DD-6E8B441FD61C}"/>
              </a:ext>
            </a:extLst>
          </p:cNvPr>
          <p:cNvSpPr txBox="1"/>
          <p:nvPr/>
        </p:nvSpPr>
        <p:spPr>
          <a:xfrm>
            <a:off x="1981200" y="3089507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wr</a:t>
            </a:r>
            <a:r>
              <a:rPr lang="en-US" dirty="0"/>
              <a:t>=1-wl</a:t>
            </a:r>
          </a:p>
        </p:txBody>
      </p:sp>
    </p:spTree>
    <p:extLst>
      <p:ext uri="{BB962C8B-B14F-4D97-AF65-F5344CB8AC3E}">
        <p14:creationId xmlns:p14="http://schemas.microsoft.com/office/powerpoint/2010/main" val="249187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711</Words>
  <Application>Microsoft Office PowerPoint</Application>
  <PresentationFormat>Widescreen</PresentationFormat>
  <Paragraphs>121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DFLoss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Sureerat Reaungamornrat</dc:creator>
  <cp:lastModifiedBy>Sureerat Reaungamornrat</cp:lastModifiedBy>
  <cp:revision>11</cp:revision>
  <dcterms:created xsi:type="dcterms:W3CDTF">2025-09-26T05:46:38Z</dcterms:created>
  <dcterms:modified xsi:type="dcterms:W3CDTF">2025-10-22T11:56:28Z</dcterms:modified>
</cp:coreProperties>
</file>